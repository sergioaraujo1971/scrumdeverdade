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513b7967af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513b7967a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513b7967a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513b7967a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513b7967af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513b7967af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513b7967af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513b7967af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513b7967af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513b7967af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513b7967af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513b7967af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 PEP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SPRINT REVIEW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668575" y="567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Agenda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668575" y="1502575"/>
            <a:ext cx="80856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aleway"/>
              <a:buChar char="●"/>
            </a:pPr>
            <a:r>
              <a:rPr lang="pt-BR" sz="1700">
                <a:latin typeface="Raleway"/>
                <a:ea typeface="Raleway"/>
                <a:cs typeface="Raleway"/>
                <a:sym typeface="Raleway"/>
              </a:rPr>
              <a:t>10:00 - 10:20: Apresentação dos números de produção.</a:t>
            </a:r>
            <a:endParaRPr sz="1700"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aleway"/>
              <a:buChar char="●"/>
            </a:pPr>
            <a:r>
              <a:rPr lang="pt-BR" sz="1700">
                <a:latin typeface="Raleway"/>
                <a:ea typeface="Raleway"/>
                <a:cs typeface="Raleway"/>
                <a:sym typeface="Raleway"/>
              </a:rPr>
              <a:t>10:20 - 11:00: Demonstração do que foi construído pelo time.</a:t>
            </a:r>
            <a:endParaRPr sz="1700"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pt-BR" sz="1700">
                <a:latin typeface="Raleway"/>
                <a:ea typeface="Raleway"/>
                <a:cs typeface="Raleway"/>
                <a:sym typeface="Raleway"/>
              </a:rPr>
              <a:t>11:00 - 11:20: </a:t>
            </a:r>
            <a:r>
              <a:rPr b="1" lang="pt-BR" sz="1700">
                <a:latin typeface="Raleway"/>
                <a:ea typeface="Raleway"/>
                <a:cs typeface="Raleway"/>
                <a:sym typeface="Raleway"/>
              </a:rPr>
              <a:t>Intervalo para responder e-mails e mensagens.</a:t>
            </a:r>
            <a:endParaRPr b="1" sz="1700"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aleway"/>
              <a:buChar char="●"/>
            </a:pPr>
            <a:r>
              <a:rPr lang="pt-BR" sz="1700">
                <a:latin typeface="Raleway"/>
                <a:ea typeface="Raleway"/>
                <a:cs typeface="Raleway"/>
                <a:sym typeface="Raleway"/>
              </a:rPr>
              <a:t>11:20 - 12:00: Revisão do Roadmap e Product Backlog (próximos itens)</a:t>
            </a:r>
            <a:endParaRPr sz="20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668575" y="567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Números de Produção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49750" y="2312700"/>
            <a:ext cx="2161800" cy="492900"/>
          </a:xfrm>
          <a:prstGeom prst="rect">
            <a:avLst/>
          </a:prstGeom>
          <a:solidFill>
            <a:srgbClr val="FFF2CC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BR" sz="1600"/>
              <a:t>USUÁRIOS ATIVOS</a:t>
            </a:r>
            <a:endParaRPr b="1" sz="1600"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90575" y="1460688"/>
            <a:ext cx="2121000" cy="852000"/>
          </a:xfrm>
          <a:prstGeom prst="rect">
            <a:avLst/>
          </a:prstGeom>
          <a:solidFill>
            <a:srgbClr val="FFF2CC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BR" sz="7700"/>
              <a:t>375</a:t>
            </a:r>
            <a:endParaRPr b="1" sz="7700"/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3600" y="1460700"/>
            <a:ext cx="5031951" cy="335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668575" y="567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Entregas do Sprint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995488" y="2626450"/>
            <a:ext cx="1837200" cy="49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BR" sz="1600"/>
              <a:t>Objetivo do Sprint</a:t>
            </a:r>
            <a:endParaRPr b="1" sz="1600"/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5450" y="1460700"/>
            <a:ext cx="1297275" cy="129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995475" y="3002025"/>
            <a:ext cx="1837200" cy="49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200"/>
              <a:t>Usuário </a:t>
            </a:r>
            <a:r>
              <a:rPr lang="pt-BR" sz="1200"/>
              <a:t>conseguir</a:t>
            </a:r>
            <a:r>
              <a:rPr lang="pt-BR" sz="1200"/>
              <a:t> realizar pagamentos via PIX.</a:t>
            </a:r>
            <a:endParaRPr sz="1200"/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4338" y="1281700"/>
            <a:ext cx="6006513" cy="2999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668575" y="567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Roadmap e Backlog</a:t>
            </a:r>
            <a:endParaRPr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025" y="1301275"/>
            <a:ext cx="6791955" cy="373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668575" y="567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Roadmap e Backlog</a:t>
            </a:r>
            <a:endParaRPr/>
          </a:p>
        </p:txBody>
      </p:sp>
      <p:pic>
        <p:nvPicPr>
          <p:cNvPr id="122" name="Google Shape;122;p18"/>
          <p:cNvPicPr preferRelativeResize="0"/>
          <p:nvPr/>
        </p:nvPicPr>
        <p:blipFill rotWithShape="1">
          <a:blip r:embed="rId3">
            <a:alphaModFix/>
          </a:blip>
          <a:srcRect b="0" l="1439" r="0" t="0"/>
          <a:stretch/>
        </p:blipFill>
        <p:spPr>
          <a:xfrm>
            <a:off x="1392413" y="1357000"/>
            <a:ext cx="6359175" cy="338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OBRIGADO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